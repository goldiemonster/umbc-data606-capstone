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71" r:id="rId9"/>
    <p:sldId id="270" r:id="rId10"/>
    <p:sldId id="264" r:id="rId11"/>
    <p:sldId id="265" r:id="rId12"/>
    <p:sldId id="272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Edmund goldsberry</dc:creator>
  <cp:lastModifiedBy>Edmund goldsberry</cp:lastModifiedBy>
  <cp:revision>2</cp:revision>
  <dcterms:created xsi:type="dcterms:W3CDTF">2006-08-16T00:00:00Z</dcterms:created>
  <dcterms:modified xsi:type="dcterms:W3CDTF">2026-09-09T00:33:14Z</dcterms:modified>
</cp:coreProperties>
</file>